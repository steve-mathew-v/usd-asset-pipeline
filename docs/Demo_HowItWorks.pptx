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spc="300">
                <a:solidFill>
                  <a:srgbClr val="22D3EE"/>
                </a:solidFill>
                <a:latin typeface="Consolas"/>
              </a:rPr>
              <a:t>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889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OBJ Asset Pipeline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709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94A3B8"/>
                </a:solidFill>
                <a:latin typeface="Calibri"/>
              </a:rPr>
              <a:t>A walkthrough of the management GUI and the Maya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Steve Mathew Varghese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One server, two ways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475569"/>
                </a:solidFill>
                <a:latin typeface="Calibri"/>
              </a:rPr>
              <a:t>Artists work in Maya; an administrator manages everything through a desktop GUI. Both talk to a central server, which stores the files on disk and the asset records in MongoDB Atlas.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320040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Maya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artists upload &amp;
import .obj assets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32004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Management 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admin: server, users,
asset browser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840480"/>
            <a:ext cx="301752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41605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FastAPI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5720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94A3B8"/>
                </a:solidFill>
                <a:latin typeface="Calibri"/>
              </a:rPr>
              <a:t>handles uploads,
logins, thumbnails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840480"/>
            <a:ext cx="2743200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41605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93B"/>
                </a:solidFill>
                <a:latin typeface="Calibri"/>
              </a:rPr>
              <a:t>MongoDB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5720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Calibri"/>
              </a:rPr>
              <a:t>asset records
(cloud database)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14800" y="3429000"/>
            <a:ext cx="640080" cy="365760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114800" y="5303520"/>
            <a:ext cx="640080" cy="365760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229600" y="4434840"/>
            <a:ext cx="640080" cy="365760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THE MANAGEMENT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Login, server control and user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84044"/>
            <a:ext cx="3456432" cy="259847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20620"/>
            <a:ext cx="3383280" cy="25253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129784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1. Admin logs 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6665" y="1655064"/>
            <a:ext cx="323962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241" y="1691640"/>
            <a:ext cx="3166476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34840" y="5129784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2. Start / stop the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2667" y="1655064"/>
            <a:ext cx="3251384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243" y="1691640"/>
            <a:ext cx="3178232" cy="3383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5129784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3. Create user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The administrator logs in, starts the server with one click, and creates an account for each artist — so every upload is tied to a real user.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THE MANAGEMENT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Browsing uploaded assets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5424" y="1829957"/>
            <a:ext cx="6931152" cy="39296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ssets_thum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66533"/>
            <a:ext cx="6858000" cy="38564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920240"/>
            <a:ext cx="35661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1">
                <a:solidFill>
                  <a:srgbClr val="1E293B"/>
                </a:solidFill>
                <a:latin typeface="Calibri"/>
              </a:rPr>
              <a:t>Thumbnails </a:t>
            </a:r>
            <a:r>
              <a:rPr sz="1450">
                <a:solidFill>
                  <a:srgbClr val="1E293B"/>
                </a:solidFill>
                <a:latin typeface="Calibri"/>
              </a:rPr>
              <a:t>front &amp; top views, captured automatically on upload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1">
                <a:solidFill>
                  <a:srgbClr val="1E293B"/>
                </a:solidFill>
                <a:latin typeface="Calibri"/>
              </a:rPr>
              <a:t>Who &amp; where </a:t>
            </a:r>
            <a:r>
              <a:rPr sz="1450">
                <a:solidFill>
                  <a:srgbClr val="1E293B"/>
                </a:solidFill>
                <a:latin typeface="Calibri"/>
              </a:rPr>
              <a:t>each asset shows its uploader and source tool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1">
                <a:solidFill>
                  <a:srgbClr val="1E293B"/>
                </a:solidFill>
                <a:latin typeface="Calibri"/>
              </a:rPr>
              <a:t>Ready state </a:t>
            </a:r>
            <a:r>
              <a:rPr sz="1450">
                <a:solidFill>
                  <a:srgbClr val="1E293B"/>
                </a:solidFill>
                <a:latin typeface="Calibri"/>
              </a:rPr>
              <a:t>mark or unmark an asset as approved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450" b="1">
                <a:solidFill>
                  <a:srgbClr val="0E7490"/>
                </a:solidFill>
                <a:latin typeface="Calibri"/>
              </a:rPr>
              <a:t>•  </a:t>
            </a:r>
            <a:r>
              <a:rPr sz="1450" b="1">
                <a:solidFill>
                  <a:srgbClr val="1E293B"/>
                </a:solidFill>
                <a:latin typeface="Calibri"/>
              </a:rPr>
              <a:t>Delete </a:t>
            </a:r>
            <a:r>
              <a:rPr sz="1450">
                <a:solidFill>
                  <a:srgbClr val="1E293B"/>
                </a:solidFill>
                <a:latin typeface="Calibri"/>
              </a:rPr>
              <a:t>remove an asset (admin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THE MAYA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Setup: the OBJPipeline shelf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758402"/>
            <a:ext cx="5559552" cy="315831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94978"/>
            <a:ext cx="5486400" cy="30851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08406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A custom shelf with one button per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55664" y="1912540"/>
            <a:ext cx="5010912" cy="285003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ya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49116"/>
            <a:ext cx="4937760" cy="27768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First click prompts a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490"/>
                </a:solidFill>
                <a:latin typeface="Consolas"/>
              </a:rPr>
              <a:t>UPL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upload   </a:t>
            </a:r>
            <a:r>
              <a:rPr sz="1300" b="1" i="0">
                <a:solidFill>
                  <a:srgbClr val="0E7490"/>
                </a:solidFill>
                <a:latin typeface="Consolas"/>
              </a:rPr>
              <a:t>IMP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import ready   </a:t>
            </a:r>
            <a:r>
              <a:rPr sz="1300" b="1" i="0">
                <a:solidFill>
                  <a:srgbClr val="0E7490"/>
                </a:solidFill>
                <a:latin typeface="Consolas"/>
              </a:rPr>
              <a:t>CHK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check ready   </a:t>
            </a:r>
            <a:r>
              <a:rPr sz="1300" b="1" i="0">
                <a:solidFill>
                  <a:srgbClr val="0E7490"/>
                </a:solidFill>
                <a:latin typeface="Consolas"/>
              </a:rPr>
              <a:t>RDY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mark ready   </a:t>
            </a:r>
            <a:r>
              <a:rPr sz="1300" b="1" i="0">
                <a:solidFill>
                  <a:srgbClr val="0E7490"/>
                </a:solidFill>
                <a:latin typeface="Consolas"/>
              </a:rPr>
              <a:t>URDY</a:t>
            </a:r>
            <a:r>
              <a:rPr sz="1300" b="0" i="0">
                <a:solidFill>
                  <a:srgbClr val="475569"/>
                </a:solidFill>
                <a:latin typeface="Calibri"/>
              </a:rPr>
              <a:t> unmark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THE MAYA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Uploading an asset  (UPL)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796967"/>
            <a:ext cx="5422392" cy="308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loa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33543"/>
            <a:ext cx="5349240" cy="300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038344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1. Pick a .obj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4224" y="1796967"/>
            <a:ext cx="5422392" cy="308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ploa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33543"/>
            <a:ext cx="5349240" cy="3008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038344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2. It uploads and confirms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The artist chooses a .obj file; the tool sends it to the server, records who uploaded it, and quietly captures front and top thumbnails behind the scenes.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THE MAYA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Sharing: check what's ready  (CHK)  and mark ready  (RDY)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1842687"/>
            <a:ext cx="5422392" cy="3081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9263"/>
            <a:ext cx="5349240" cy="300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084064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CHK — lists assets ready to import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4224" y="1842099"/>
            <a:ext cx="5422392" cy="30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8675"/>
            <a:ext cx="5349240" cy="3009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084064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75569"/>
                </a:solidFill>
                <a:latin typeface="Calibri"/>
              </a:rPr>
              <a:t>RDY — marks an asset as approved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  <a:latin typeface="Calibri"/>
              </a:rPr>
              <a:t>Once an asset is approved, any other artist can see it under CHK and pull it straight into their own scene with IMP.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0E7490"/>
                </a:solidFill>
                <a:latin typeface="Consolas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E293B"/>
                </a:solidFill>
                <a:latin typeface="Georgia"/>
              </a:rPr>
              <a:t>The end-to-end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4688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2606040"/>
            <a:ext cx="548640" cy="5486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6243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Georgia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Artist A sends a .obj
from Maya (UPL)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37560" y="3291840"/>
            <a:ext cx="457200" cy="320040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79" y="2377440"/>
            <a:ext cx="24688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606040"/>
            <a:ext cx="548640" cy="5486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243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Georgia"/>
              </a:rPr>
              <a:t>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37947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Mark it ready when
finished (RDY)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79" y="3291840"/>
            <a:ext cx="457200" cy="320040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377440"/>
            <a:ext cx="24688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60920" y="2606040"/>
            <a:ext cx="548640" cy="5486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6243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Georgia"/>
              </a:rPr>
              <a:t>Discover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Artist B checks what's
ready (CHK)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15400" y="3291840"/>
            <a:ext cx="457200" cy="320040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9720" y="2377440"/>
            <a:ext cx="2468880" cy="2103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0" y="2606040"/>
            <a:ext cx="548640" cy="54864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624328"/>
            <a:ext cx="548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293B"/>
                </a:solidFill>
                <a:latin typeface="Georgia"/>
              </a:rPr>
              <a:t>Import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794760"/>
            <a:ext cx="2468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Pull it into their
scene (IMP)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475569"/>
                </a:solidFill>
                <a:latin typeface="Calibri"/>
              </a:rPr>
              <a:t>No manual file-sharing, no wrong versions — the server always hands over the latest approved asset.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OBJ Asset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 spc="200">
                <a:solidFill>
                  <a:srgbClr val="22D3EE"/>
                </a:solidFill>
                <a:latin typeface="Consolas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Artists upload .obj assets from Maya to a shared server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Assets are approved, then imported by anyone — straight into Maya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A desktop GUI manages the server, user accounts and the asset library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•  </a:t>
            </a:r>
            <a:r>
              <a:rPr sz="1700">
                <a:solidFill>
                  <a:srgbClr val="E2E8F0"/>
                </a:solidFill>
                <a:latin typeface="Calibri"/>
              </a:rPr>
              <a:t>Front &amp; top thumbnails are captured automatically on upload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10515600" cy="1828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Built with  </a:t>
            </a:r>
            <a:r>
              <a:rPr sz="1300" b="1" i="0">
                <a:solidFill>
                  <a:srgbClr val="22D3EE"/>
                </a:solidFill>
                <a:latin typeface="Consolas"/>
              </a:rPr>
              <a:t>Python · FastAPI · MongoDB Atlas · PySide6 · Maya Python API ·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